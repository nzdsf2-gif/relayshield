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14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  <Relationship Id="rId14" Type="http://schemas.openxmlformats.org/officeDocument/2006/relationships/slide" Target="slides/slide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E2749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206240" cy="4206240"/>
          </a:xfrm>
          <a:prstGeom prst="ellipse">
            <a:avLst/>
          </a:prstGeom>
          <a:solidFill>
            <a:srgbClr val="FF6D5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822960" cy="822960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8291" y="958291"/>
            <a:ext cx="460858" cy="4608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868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RELAYSHIELD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Threat Intelligence</a:t>
            </a:r>
            <a:endParaRPr lang="en-US" sz="42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Quantum's Policy Engine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42519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CE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technical demo and design-partner terms — prepared for Gary, OrcX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5074920"/>
            <a:ext cx="2377440" cy="0"/>
          </a:xfrm>
          <a:prstGeom prst="line">
            <a:avLst/>
          </a:prstGeom>
          <a:noFill/>
          <a:ln w="31750">
            <a:solidFill>
              <a:srgbClr val="FF6D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25780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E9A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govern what the AI does. We secure the identities it acts on behalf of.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RelayShield  ·  Partner Proposal  · 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layers of trust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behavior and upstream identity are separate questions — Quantum answers one, RelayShield answers the other.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658368" cy="658368"/>
          </a:xfrm>
          <a:prstGeom prst="ellipse">
            <a:avLst/>
          </a:prstGeom>
          <a:solidFill>
            <a:srgbClr val="1E27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128" y="23982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313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(OrcX)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78308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policy &amp; behavior engine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2735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19125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live AI agent sessions in real time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9534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UUIDs, context IDs, session IDs, agent IDs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1713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4434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in-session behavioral anomalies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13892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80160" y="50566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policy: allow, elevate scrutiny, re-auth, terminate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960120" y="52578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spot: cannot see upstream identity compromise that hasn't yet produced in-session behavior.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6172200" y="1874520"/>
            <a:ext cx="5074920" cy="4160520"/>
          </a:xfrm>
          <a:prstGeom prst="roundRect">
            <a:avLst>
              <a:gd name="adj" fmla="val 2637"/>
            </a:avLst>
          </a:prstGeom>
          <a:solidFill>
            <a:srgbClr val="141B33"/>
          </a:solidFill>
          <a:ln/>
          <a:effectLst>
            <a:outerShdw sx="100000" sy="100000" kx="0" ky="0" algn="bl" rotWithShape="0" blurRad="127000" dist="38100" dir="5400000">
              <a:srgbClr val="0B0F1F">
                <a:alpha val="28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6492240" y="2240280"/>
            <a:ext cx="658368" cy="658368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0248" y="2398288"/>
            <a:ext cx="342351" cy="342351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7315200" y="2313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RelayShield</a:t>
            </a:r>
            <a:endParaRPr lang="en-US" sz="1900" dirty="0"/>
          </a:p>
        </p:txBody>
      </p:sp>
      <p:sp>
        <p:nvSpPr>
          <p:cNvPr id="22" name="Text 14"/>
          <p:cNvSpPr/>
          <p:nvPr/>
        </p:nvSpPr>
        <p:spPr>
          <a:xfrm>
            <a:off x="7315200" y="2651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threat intelligence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3273552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812280" y="319125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criminal marketplaces, stealer logs, breach dumps</a:t>
            </a:r>
            <a:endParaRPr lang="en-US" sz="13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3895344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812280" y="381304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OAuth tokens circulating in stealer-log corpora</a:t>
            </a:r>
            <a:endParaRPr lang="en-US" sz="13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4517136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812280" y="44348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session cookies found in infostealer log dumps</a:t>
            </a:r>
            <a:endParaRPr lang="en-US" sz="13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0" y="5138928"/>
            <a:ext cx="201168" cy="201168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6812280" y="50566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graded, evolving identity risk score</a:t>
            </a:r>
            <a:endParaRPr lang="en-US" sz="1300" dirty="0"/>
          </a:p>
        </p:txBody>
      </p:sp>
      <p:sp>
        <p:nvSpPr>
          <p:cNvPr id="31" name="Text 19"/>
          <p:cNvSpPr/>
          <p:nvPr/>
        </p:nvSpPr>
        <p:spPr>
          <a:xfrm>
            <a:off x="6492240" y="52578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compromise before it becomes behavior — an upstream signal Quantum has no way to observe on its own.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integration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registers the identity once. RelayShield pushes events only when something is actually found.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71600" y="16002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1E274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92440" y="16002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141B33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RELAYSHIELD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286000"/>
            <a:ext cx="0" cy="3886200"/>
          </a:xfrm>
          <a:prstGeom prst="line">
            <a:avLst/>
          </a:prstGeom>
          <a:noFill/>
          <a:ln w="15875">
            <a:solidFill>
              <a:srgbClr val="C6CEE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464040" y="2286000"/>
            <a:ext cx="0" cy="3886200"/>
          </a:xfrm>
          <a:prstGeom prst="line">
            <a:avLst/>
          </a:prstGeom>
          <a:noFill/>
          <a:ln w="15875">
            <a:solidFill>
              <a:srgbClr val="C6CEE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114800" y="2706624"/>
            <a:ext cx="3977640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0" y="242316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0F1F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2532888"/>
            <a:ext cx="347472" cy="347472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222" y="2602382"/>
            <a:ext cx="208483" cy="20848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02352" y="2464308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Register session identity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102352" y="2715768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213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→ RelayShield: establish watch triggers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98180" y="32461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DCE3F5"/>
          </a:solidFill>
          <a:ln/>
        </p:spPr>
      </p:sp>
      <p:sp>
        <p:nvSpPr>
          <p:cNvPr id="17" name="Text 14"/>
          <p:cNvSpPr/>
          <p:nvPr/>
        </p:nvSpPr>
        <p:spPr>
          <a:xfrm>
            <a:off x="8435340" y="3264408"/>
            <a:ext cx="2057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established: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grants + stolen-session corpus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0" y="4306824"/>
            <a:ext cx="6720840" cy="0"/>
          </a:xfrm>
          <a:prstGeom prst="line">
            <a:avLst/>
          </a:prstGeom>
          <a:noFill/>
          <a:ln w="28575">
            <a:solidFill>
              <a:srgbClr val="FF6D5A"/>
            </a:solidFill>
            <a:prstDash val="solid"/>
            <a:headEnd type="triangl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4572000" y="402336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  <a:effectLst>
            <a:outerShdw sx="100000" sy="100000" kx="0" ky="0" algn="bl" rotWithShape="0" blurRad="76200" dist="25400" dir="5400000">
              <a:srgbClr val="0B0F1F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81728" y="4133088"/>
            <a:ext cx="347472" cy="347472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22" y="4202582"/>
            <a:ext cx="208483" cy="20848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02352" y="4064508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EVENT: OAuth token found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102352" y="4315968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Dark-web stealer-log corpus match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743200" y="5175504"/>
            <a:ext cx="6720840" cy="0"/>
          </a:xfrm>
          <a:prstGeom prst="line">
            <a:avLst/>
          </a:prstGeom>
          <a:noFill/>
          <a:ln w="28575">
            <a:solidFill>
              <a:srgbClr val="C93B2E"/>
            </a:solidFill>
            <a:prstDash val="solid"/>
            <a:headEnd type="triangle"/>
            <a:tailEnd type="none"/>
          </a:ln>
        </p:spPr>
      </p:sp>
      <p:sp>
        <p:nvSpPr>
          <p:cNvPr id="25" name="Shape 21"/>
          <p:cNvSpPr/>
          <p:nvPr/>
        </p:nvSpPr>
        <p:spPr>
          <a:xfrm>
            <a:off x="4572000" y="489204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  <a:effectLst>
            <a:outerShdw sx="100000" sy="100000" kx="0" ky="0" algn="bl" rotWithShape="0" blurRad="76200" dist="25400" dir="5400000">
              <a:srgbClr val="0B0F1F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681728" y="5001768"/>
            <a:ext cx="347472" cy="347472"/>
          </a:xfrm>
          <a:prstGeom prst="ellipse">
            <a:avLst/>
          </a:prstGeom>
          <a:solidFill>
            <a:srgbClr val="C93B2E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222" y="5071262"/>
            <a:ext cx="208483" cy="20848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02352" y="4933188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EVENT: Session cookie found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102352" y="5184648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infostealer log dump match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114800" y="6044184"/>
            <a:ext cx="3977640" cy="0"/>
          </a:xfrm>
          <a:prstGeom prst="line">
            <a:avLst/>
          </a:prstGeom>
          <a:noFill/>
          <a:ln w="28575">
            <a:solidFill>
              <a:srgbClr val="1FAA6E"/>
            </a:solidFill>
            <a:prstDash val="solid"/>
            <a:headEnd type="none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4572000" y="576072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0F1F">
                <a:alpha val="2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681728" y="5870448"/>
            <a:ext cx="347472" cy="347472"/>
          </a:xfrm>
          <a:prstGeom prst="ellipse">
            <a:avLst/>
          </a:prstGeom>
          <a:solidFill>
            <a:srgbClr val="1FAA6E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222" y="5939942"/>
            <a:ext cx="208483" cy="20848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102352" y="5801868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Policy decision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102352" y="6053328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213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Quantum: elevate → force re-auth → terminate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identity risk score escalates in real time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3327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identity, same domain — scored again after each new signal arrives, not a single static check.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6012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F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2103120"/>
            <a:ext cx="548640" cy="548640"/>
          </a:xfrm>
          <a:prstGeom prst="ellipse">
            <a:avLst/>
          </a:prstGeom>
          <a:solidFill>
            <a:srgbClr val="E0A2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604" y="22265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1305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Alert 1 — OAuth token exposure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34440" y="27432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E0A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6800" dirty="0"/>
          </a:p>
        </p:txBody>
      </p:sp>
      <p:sp>
        <p:nvSpPr>
          <p:cNvPr id="9" name="Text 6"/>
          <p:cNvSpPr/>
          <p:nvPr/>
        </p:nvSpPr>
        <p:spPr>
          <a:xfrm>
            <a:off x="329184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840480" y="2834640"/>
            <a:ext cx="1051560" cy="548640"/>
          </a:xfrm>
          <a:prstGeom prst="roundRect">
            <a:avLst>
              <a:gd name="adj" fmla="val 50000"/>
            </a:avLst>
          </a:prstGeom>
          <a:solidFill>
            <a:srgbClr val="E0A21E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0" y="283464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C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234440" y="4114800"/>
            <a:ext cx="374904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34440" y="42336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252728" y="4544568"/>
            <a:ext cx="73152" cy="73152"/>
          </a:xfrm>
          <a:prstGeom prst="ellipse">
            <a:avLst/>
          </a:prstGeom>
          <a:solidFill>
            <a:srgbClr val="E0A21E"/>
          </a:solidFill>
          <a:ln/>
        </p:spPr>
      </p:sp>
      <p:sp>
        <p:nvSpPr>
          <p:cNvPr id="15" name="Text 12"/>
          <p:cNvSpPr/>
          <p:nvPr/>
        </p:nvSpPr>
        <p:spPr>
          <a:xfrm>
            <a:off x="1463040" y="44256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exposure: 2 known events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252728" y="4846320"/>
            <a:ext cx="73152" cy="73152"/>
          </a:xfrm>
          <a:prstGeom prst="ellipse">
            <a:avLst/>
          </a:prstGeom>
          <a:solidFill>
            <a:srgbClr val="E0A21E"/>
          </a:solidFill>
          <a:ln/>
        </p:spPr>
      </p:sp>
      <p:sp>
        <p:nvSpPr>
          <p:cNvPr id="17" name="Text 14"/>
          <p:cNvSpPr/>
          <p:nvPr/>
        </p:nvSpPr>
        <p:spPr>
          <a:xfrm>
            <a:off x="1463040" y="4727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token found in stealer log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252728" y="5148072"/>
            <a:ext cx="73152" cy="73152"/>
          </a:xfrm>
          <a:prstGeom prst="ellipse">
            <a:avLst/>
          </a:prstGeom>
          <a:solidFill>
            <a:srgbClr val="E0A21E"/>
          </a:solidFill>
          <a:ln/>
        </p:spPr>
      </p:sp>
      <p:sp>
        <p:nvSpPr>
          <p:cNvPr id="19" name="Text 16"/>
          <p:cNvSpPr/>
          <p:nvPr/>
        </p:nvSpPr>
        <p:spPr>
          <a:xfrm>
            <a:off x="1463040" y="5029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session-level finding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949440" y="178308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B0F1F">
                <a:alpha val="2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269480" y="2103120"/>
            <a:ext cx="548640" cy="548640"/>
          </a:xfrm>
          <a:prstGeom prst="ellipse">
            <a:avLst/>
          </a:prstGeom>
          <a:solidFill>
            <a:srgbClr val="C93B2E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924" y="2226564"/>
            <a:ext cx="301752" cy="30175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955280" y="21305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Alert 2 — + session cookie found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223760" y="274320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C9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</a:t>
            </a:r>
            <a:endParaRPr lang="en-US" sz="6800" dirty="0"/>
          </a:p>
        </p:txBody>
      </p:sp>
      <p:sp>
        <p:nvSpPr>
          <p:cNvPr id="25" name="Text 21"/>
          <p:cNvSpPr/>
          <p:nvPr/>
        </p:nvSpPr>
        <p:spPr>
          <a:xfrm>
            <a:off x="928116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50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9829800" y="2834640"/>
            <a:ext cx="1051560" cy="548640"/>
          </a:xfrm>
          <a:prstGeom prst="roundRect">
            <a:avLst>
              <a:gd name="adj" fmla="val 50000"/>
            </a:avLst>
          </a:prstGeom>
          <a:solidFill>
            <a:srgbClr val="C93B2E"/>
          </a:solidFill>
          <a:ln/>
        </p:spPr>
      </p:sp>
      <p:sp>
        <p:nvSpPr>
          <p:cNvPr id="27" name="Text 23"/>
          <p:cNvSpPr/>
          <p:nvPr/>
        </p:nvSpPr>
        <p:spPr>
          <a:xfrm>
            <a:off x="9829800" y="2834640"/>
            <a:ext cx="1051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7223760" y="4114800"/>
            <a:ext cx="3749040" cy="0"/>
          </a:xfrm>
          <a:prstGeom prst="line">
            <a:avLst/>
          </a:prstGeom>
          <a:noFill/>
          <a:ln w="12700">
            <a:solidFill>
              <a:srgbClr val="E4E9F5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223760" y="42336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Contributing factors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242048" y="4544568"/>
            <a:ext cx="73152" cy="73152"/>
          </a:xfrm>
          <a:prstGeom prst="ellipse">
            <a:avLst/>
          </a:prstGeom>
          <a:solidFill>
            <a:srgbClr val="C93B2E"/>
          </a:solidFill>
          <a:ln/>
        </p:spPr>
      </p:sp>
      <p:sp>
        <p:nvSpPr>
          <p:cNvPr id="31" name="Text 27"/>
          <p:cNvSpPr/>
          <p:nvPr/>
        </p:nvSpPr>
        <p:spPr>
          <a:xfrm>
            <a:off x="7452360" y="44256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exposure: 2 known events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7242048" y="4846320"/>
            <a:ext cx="73152" cy="73152"/>
          </a:xfrm>
          <a:prstGeom prst="ellipse">
            <a:avLst/>
          </a:prstGeom>
          <a:solidFill>
            <a:srgbClr val="C93B2E"/>
          </a:solidFill>
          <a:ln/>
        </p:spPr>
      </p:sp>
      <p:sp>
        <p:nvSpPr>
          <p:cNvPr id="33" name="Text 29"/>
          <p:cNvSpPr/>
          <p:nvPr/>
        </p:nvSpPr>
        <p:spPr>
          <a:xfrm>
            <a:off x="7452360" y="4727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token found in stealer log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7242048" y="5148072"/>
            <a:ext cx="73152" cy="73152"/>
          </a:xfrm>
          <a:prstGeom prst="ellipse">
            <a:avLst/>
          </a:prstGeom>
          <a:solidFill>
            <a:srgbClr val="C93B2E"/>
          </a:solidFill>
          <a:ln/>
        </p:spPr>
      </p:sp>
      <p:sp>
        <p:nvSpPr>
          <p:cNvPr id="35" name="Text 31"/>
          <p:cNvSpPr/>
          <p:nvPr/>
        </p:nvSpPr>
        <p:spPr>
          <a:xfrm>
            <a:off x="7452360" y="50292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session cookie in infostealer log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7242048" y="5449824"/>
            <a:ext cx="73152" cy="73152"/>
          </a:xfrm>
          <a:prstGeom prst="ellipse">
            <a:avLst/>
          </a:prstGeom>
          <a:solidFill>
            <a:srgbClr val="C93B2E"/>
          </a:solidFill>
          <a:ln/>
        </p:spPr>
      </p:sp>
      <p:sp>
        <p:nvSpPr>
          <p:cNvPr id="37" name="Text 33"/>
          <p:cNvSpPr/>
          <p:nvPr/>
        </p:nvSpPr>
        <p:spPr>
          <a:xfrm>
            <a:off x="7452360" y="53309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does not remediate a stolen session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5394960" y="3886200"/>
            <a:ext cx="2011680" cy="0"/>
          </a:xfrm>
          <a:prstGeom prst="line">
            <a:avLst/>
          </a:prstGeom>
          <a:noFill/>
          <a:ln w="38100">
            <a:solidFill>
              <a:srgbClr val="FF6D5A"/>
            </a:solidFill>
            <a:prstDash val="solid"/>
            <a:tailEnd type="triangle"/>
          </a:ln>
        </p:spPr>
      </p:sp>
      <p:sp>
        <p:nvSpPr>
          <p:cNvPr id="39" name="Shape 35"/>
          <p:cNvSpPr/>
          <p:nvPr/>
        </p:nvSpPr>
        <p:spPr>
          <a:xfrm>
            <a:off x="6126480" y="3474720"/>
            <a:ext cx="548640" cy="548640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924" y="3598164"/>
            <a:ext cx="301752" cy="3017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API calls behind the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request/response shape — full schema at api.relayshield.net/developers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20440" cy="4800600"/>
          </a:xfrm>
          <a:prstGeom prst="roundRect">
            <a:avLst>
              <a:gd name="adj" fmla="val 2597"/>
            </a:avLst>
          </a:prstGeom>
          <a:solidFill>
            <a:srgbClr val="0E1329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709928"/>
            <a:ext cx="384048" cy="384048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739" y="1794419"/>
            <a:ext cx="215067" cy="215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oauth-watchlist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258568"/>
            <a:ext cx="29718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/v1/metered/oauth-watchlist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"email": "agent-ops@demo.orcx" }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&lt;- 200 OK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"found": true,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"highest_severity": "HIGH",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"matched_apps": [{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"app": "GitHub OAuth",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"stealer_log" }] }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480560" y="1508760"/>
            <a:ext cx="3520440" cy="4800600"/>
          </a:xfrm>
          <a:prstGeom prst="roundRect">
            <a:avLst>
              <a:gd name="adj" fmla="val 2597"/>
            </a:avLst>
          </a:prstGeom>
          <a:solidFill>
            <a:srgbClr val="0E1329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81728" y="1709928"/>
            <a:ext cx="384048" cy="384048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219" y="1794419"/>
            <a:ext cx="215067" cy="215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3792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identity-risk-score ×2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754880" y="2258568"/>
            <a:ext cx="29718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/v1/metered/identity-risk-score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"domain": "demo.orcx" }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(called again after Alert 2)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&lt;- 200 OK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"score": 58 -&gt; 84,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"grade": "C" -&gt; "D",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"factors": [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"oauth_token_exposure",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"active_session_hijack" ] }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321040" y="1508760"/>
            <a:ext cx="3520440" cy="4800600"/>
          </a:xfrm>
          <a:prstGeom prst="roundRect">
            <a:avLst>
              <a:gd name="adj" fmla="val 2597"/>
            </a:avLst>
          </a:prstGeom>
          <a:solidFill>
            <a:srgbClr val="0E1329"/>
          </a:solidFill>
          <a:ln w="12700">
            <a:solidFill>
              <a:srgbClr val="2A335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22208" y="1709928"/>
            <a:ext cx="384048" cy="384048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699" y="1794419"/>
            <a:ext cx="215067" cy="21506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34272" y="16916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session-risk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595360" y="2258568"/>
            <a:ext cx="2971800" cy="3886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/v1/metered/session-risk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"email": "agent-ops@demo.orcx" }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&lt;- 200 OK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"found": true,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"highest_severity": "CRITICAL",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"sessions": [{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"domain": "github.com",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"session_type": "cookie",</a:t>
            </a:r>
            <a:endParaRPr lang="en-US" sz="9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FE3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"service_category": "Code Repo/CI-CD" }] 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demo terms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capped, no-risk arrangement designed to cost nothing until it's actually needed commercially.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0F1F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85216" cy="585216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000" y="2146280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API key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737360" y="2295144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limited to exactly three endpoints: oauth-watchlist, identity-risk-score, session-risk. No broader API surface.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898648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0F1F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035808"/>
            <a:ext cx="585216" cy="585216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00" y="3170408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37360" y="2990088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— or first signed PO, whichever comes first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737360" y="331927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the demo window. At the trigger, nothing converts automatically — OrcX is presented two explicit options, below.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922776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0F1F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059936"/>
            <a:ext cx="585216" cy="585216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00" y="419453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14216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SLA, no production dependency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737360" y="4343400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demo asset, not infrastructure OrcX's own customers rely on — no license agreement or wholesale rate negotiation needed yet.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946904"/>
            <a:ext cx="10881360" cy="859536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0F1F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5084064"/>
            <a:ext cx="585216" cy="585216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00" y="5218664"/>
            <a:ext cx="316017" cy="31601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5038344"/>
            <a:ext cx="9509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at the trigger — never automatic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1737360" y="5367528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Buy the 3-endpoint system as-is at $99/mo flat, or (2) negotiate full Option B (wholesale / white-label) separately. Either requires OrcX's sign-off — nothing binds without it.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E2749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" y="640080"/>
            <a:ext cx="731520" cy="731520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801014"/>
            <a:ext cx="409651" cy="4096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600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make it real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77240" y="2286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to get the demo live for Quantum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22960" y="3063240"/>
            <a:ext cx="457200" cy="457200"/>
          </a:xfrm>
          <a:prstGeom prst="ellipse">
            <a:avLst/>
          </a:prstGeom>
          <a:solidFill>
            <a:srgbClr val="FF6D5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3044952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demo terms above and the scoped API key window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2960" y="3776472"/>
            <a:ext cx="457200" cy="457200"/>
          </a:xfrm>
          <a:prstGeom prst="ellipse">
            <a:avLst/>
          </a:prstGeom>
          <a:solidFill>
            <a:srgbClr val="FF6D5A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63040" y="3758184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RelayShield seeds the demo identity and stands up the walkthrough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22960" y="4489704"/>
            <a:ext cx="457200" cy="457200"/>
          </a:xfrm>
          <a:prstGeom prst="ellipse">
            <a:avLst/>
          </a:prstGeom>
          <a:solidFill>
            <a:srgbClr val="FF6D5A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489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63040" y="4471416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working session with Gary — run all three calls end to end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22960" y="5202936"/>
            <a:ext cx="457200" cy="457200"/>
          </a:xfrm>
          <a:prstGeom prst="ellipse">
            <a:avLst/>
          </a:prstGeom>
          <a:solidFill>
            <a:srgbClr val="FF6D5A"/>
          </a:solidFill>
          <a:ln/>
        </p:spPr>
      </p:sp>
      <p:sp>
        <p:nvSpPr>
          <p:cNvPr id="17" name="Text 14"/>
          <p:cNvSpPr/>
          <p:nvPr/>
        </p:nvSpPr>
        <p:spPr>
          <a:xfrm>
            <a:off x="822960" y="52029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63040" y="5184648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on timing for a production design-partner agreement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7724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RelayShield  ·  support@relayshield.net  ·  api.relayshield.net/developers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1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Enriching the warning you already send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C8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has observability and compliance warnings today, and no policy control yet. These three calls make that warning specific.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71600" y="16002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1E274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TODAY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92440" y="160020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141B33"/>
          </a:solidFill>
          <a:ln/>
        </p:spPr>
      </p:sp>
      <p:sp>
        <p:nvSpPr>
          <p:cNvPr id="7" name="Text 5"/>
          <p:cNvSpPr/>
          <p:nvPr/>
        </p:nvSpPr>
        <p:spPr>
          <a:xfrm>
            <a:off x="8092440" y="16002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RELAYSHIELD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286000"/>
            <a:ext cx="0" cy="3886200"/>
          </a:xfrm>
          <a:prstGeom prst="line">
            <a:avLst/>
          </a:prstGeom>
          <a:noFill/>
          <a:ln w="15875">
            <a:solidFill>
              <a:srgbClr val="C6CEE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9464040" y="2286000"/>
            <a:ext cx="0" cy="3886200"/>
          </a:xfrm>
          <a:prstGeom prst="line">
            <a:avLst/>
          </a:prstGeom>
          <a:noFill/>
          <a:ln w="15875">
            <a:solidFill>
              <a:srgbClr val="C6CEE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114800" y="2706624"/>
            <a:ext cx="3977640" cy="0"/>
          </a:xfrm>
          <a:prstGeom prst="line">
            <a:avLst/>
          </a:prstGeom>
          <a:noFill/>
          <a:ln w="28575">
            <a:solidFill>
              <a:srgbClr val="5B6B8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0" y="242316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0F1F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2532888"/>
            <a:ext cx="347472" cy="347472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222" y="2602382"/>
            <a:ext cx="208483" cy="20848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102352" y="2464308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Orchestrator already sees the session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102352" y="2715768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213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id, context id, service account, domain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8298180" y="32461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DCE3F5"/>
          </a:solidFill>
          <a:ln/>
        </p:spPr>
      </p:sp>
      <p:sp>
        <p:nvSpPr>
          <p:cNvPr id="17" name="Text 14"/>
          <p:cNvSpPr/>
          <p:nvPr/>
        </p:nvSpPr>
        <p:spPr>
          <a:xfrm>
            <a:off x="8435340" y="3264408"/>
            <a:ext cx="20574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by three calls:</a:t>
            </a:r>
            <a:endParaRPr lang="en-US" sz="90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oauth-watchlist · session-risk · risk-score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0" y="4306824"/>
            <a:ext cx="6720840" cy="0"/>
          </a:xfrm>
          <a:prstGeom prst="line">
            <a:avLst/>
          </a:prstGeom>
          <a:noFill/>
          <a:ln w="28575">
            <a:solidFill>
              <a:srgbClr val="FF6D5A"/>
            </a:solidFill>
            <a:prstDash val="solid"/>
            <a:headEnd type="triangl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4572000" y="402336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  <a:effectLst>
            <a:outerShdw sx="100000" sy="100000" kx="0" ky="0" algn="bl" rotWithShape="0" blurRad="76200" dist="25400" dir="5400000">
              <a:srgbClr val="0B0F1F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81728" y="4133088"/>
            <a:ext cx="347472" cy="347472"/>
          </a:xfrm>
          <a:prstGeom prst="ellipse">
            <a:avLst/>
          </a:prstGeom>
          <a:solidFill>
            <a:srgbClr val="FF6D5A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22" y="4202582"/>
            <a:ext cx="208483" cy="20848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02352" y="4064508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oauth-watchlist returns a finding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5102352" y="4315968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grant matched in stealer-log corpus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2743200" y="5175504"/>
            <a:ext cx="6720840" cy="0"/>
          </a:xfrm>
          <a:prstGeom prst="line">
            <a:avLst/>
          </a:prstGeom>
          <a:noFill/>
          <a:ln w="28575">
            <a:solidFill>
              <a:srgbClr val="C93B2E"/>
            </a:solidFill>
            <a:prstDash val="solid"/>
            <a:headEnd type="triangle"/>
            <a:tailEnd type="none"/>
          </a:ln>
        </p:spPr>
      </p:sp>
      <p:sp>
        <p:nvSpPr>
          <p:cNvPr id="25" name="Shape 21"/>
          <p:cNvSpPr/>
          <p:nvPr/>
        </p:nvSpPr>
        <p:spPr>
          <a:xfrm>
            <a:off x="4572000" y="489204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/>
          <a:effectLst>
            <a:outerShdw sx="100000" sy="100000" kx="0" ky="0" algn="bl" rotWithShape="0" blurRad="76200" dist="25400" dir="5400000">
              <a:srgbClr val="0B0F1F">
                <a:alpha val="2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681728" y="5001768"/>
            <a:ext cx="347472" cy="347472"/>
          </a:xfrm>
          <a:prstGeom prst="ellipse">
            <a:avLst/>
          </a:prstGeom>
          <a:solidFill>
            <a:srgbClr val="C93B2E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222" y="5071262"/>
            <a:ext cx="208483" cy="20848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102352" y="4933188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session-risk + identity-risk-score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5102352" y="5184648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session cookie · 84/100 · Grade D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114800" y="6044184"/>
            <a:ext cx="3977640" cy="0"/>
          </a:xfrm>
          <a:prstGeom prst="line">
            <a:avLst/>
          </a:prstGeom>
          <a:noFill/>
          <a:ln w="28575">
            <a:solidFill>
              <a:srgbClr val="1FAA6E"/>
            </a:solidFill>
            <a:prstDash val="solid"/>
            <a:headEnd type="none"/>
            <a:tailEnd type="triangle"/>
          </a:ln>
        </p:spPr>
      </p:sp>
      <p:sp>
        <p:nvSpPr>
          <p:cNvPr id="31" name="Shape 26"/>
          <p:cNvSpPr/>
          <p:nvPr/>
        </p:nvSpPr>
        <p:spPr>
          <a:xfrm>
            <a:off x="4572000" y="5760720"/>
            <a:ext cx="30632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B0F1F">
                <a:alpha val="22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4681728" y="5870448"/>
            <a:ext cx="347472" cy="347472"/>
          </a:xfrm>
          <a:prstGeom prst="ellipse">
            <a:avLst/>
          </a:prstGeom>
          <a:solidFill>
            <a:srgbClr val="1FAA6E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222" y="5939942"/>
            <a:ext cx="208483" cy="208483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102352" y="5801868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1A21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OUT-OF-COMPLIANCE warning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5102352" y="6053328"/>
            <a:ext cx="24414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213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existing warning, now naming the reason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2026-07-25T13:29:52Z</dcterms:created>
  <dcterms:modified xsi:type="dcterms:W3CDTF">2026-07-25T13:29:52Z</dcterms:modified>
</cp:coreProperties>
</file>