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14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E2749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4206240" cy="4206240"/>
          </a:xfrm>
          <a:prstGeom prst="ellipse">
            <a:avLst/>
          </a:prstGeom>
          <a:solidFill>
            <a:srgbClr val="FF6D5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77240"/>
            <a:ext cx="822960" cy="822960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958291"/>
            <a:ext cx="460858" cy="4608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868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Threat Intelligence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Quantum's Policy Engine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42519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7C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technical demo and design-partner terms — prepared for Gary, OrcX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2377440" cy="0"/>
          </a:xfrm>
          <a:prstGeom prst="line">
            <a:avLst/>
          </a:prstGeom>
          <a:noFill/>
          <a:ln w="31750">
            <a:solidFill>
              <a:srgbClr val="FF6D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525780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9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govern what the AI does. We secure the identities it acts on behalf of.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6309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  ·  Partner Proposal  · 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layers of trust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 and upstream identity are separate questions — Quantum answers one, RelayShield answers the other.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07492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658368" cy="658368"/>
          </a:xfrm>
          <a:prstGeom prst="ellipse">
            <a:avLst/>
          </a:prstGeom>
          <a:solidFill>
            <a:srgbClr val="1E274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28" y="239828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3134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 (OrcX)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783080" y="2651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policy &amp; behavior engine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27355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1912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live AI agent sessions in real time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95344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81304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UUIDs, context IDs, session IDs, agent IDs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51713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43484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in-session behavioral anomalies</a:t>
            </a:r>
            <a:endParaRPr lang="en-US" sz="13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138928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505663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policy: allow, elevate scrutiny, re-auth, terminate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960120" y="5257800"/>
            <a:ext cx="4434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spot: cannot see upstream identity compromise that hasn't yet produced in-session behavior.</a:t>
            </a:r>
            <a:endParaRPr lang="en-US" sz="1150" dirty="0"/>
          </a:p>
        </p:txBody>
      </p:sp>
      <p:sp>
        <p:nvSpPr>
          <p:cNvPr id="18" name="Shape 11"/>
          <p:cNvSpPr/>
          <p:nvPr/>
        </p:nvSpPr>
        <p:spPr>
          <a:xfrm>
            <a:off x="6172200" y="1874520"/>
            <a:ext cx="5074920" cy="4160520"/>
          </a:xfrm>
          <a:prstGeom prst="roundRect">
            <a:avLst>
              <a:gd name="adj" fmla="val 2637"/>
            </a:avLst>
          </a:prstGeom>
          <a:solidFill>
            <a:srgbClr val="141B33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6492240" y="2240280"/>
            <a:ext cx="658368" cy="65836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0248" y="2398288"/>
            <a:ext cx="342351" cy="34235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315200" y="23134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RelayShield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7315200" y="2651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threat intelligence</a:t>
            </a:r>
            <a:endParaRPr lang="en-US" sz="12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3273552"/>
            <a:ext cx="201168" cy="2011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812280" y="31912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criminal marketplaces, stealer logs, breach dumps</a:t>
            </a:r>
            <a:endParaRPr lang="en-US" sz="13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3895344"/>
            <a:ext cx="201168" cy="20116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6812280" y="381304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OAuth tokens circulating in stealer-log corpora</a:t>
            </a:r>
            <a:endParaRPr lang="en-US" sz="13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0" y="4517136"/>
            <a:ext cx="201168" cy="201168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6812280" y="443484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session cookies found in infostealer log dumps</a:t>
            </a:r>
            <a:endParaRPr lang="en-US" sz="13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5138928"/>
            <a:ext cx="201168" cy="201168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6812280" y="505663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a graded, evolving identity risk score</a:t>
            </a:r>
            <a:endParaRPr lang="en-US" sz="1300" dirty="0"/>
          </a:p>
        </p:txBody>
      </p:sp>
      <p:sp>
        <p:nvSpPr>
          <p:cNvPr id="31" name="Text 19"/>
          <p:cNvSpPr/>
          <p:nvPr/>
        </p:nvSpPr>
        <p:spPr>
          <a:xfrm>
            <a:off x="6492240" y="5257800"/>
            <a:ext cx="4434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compromise before it becomes behavior — an upstream signal Quantum has no way to observe on its own.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integration works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registers the identity once. RelayShield pushes events only when something is actually found.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371600" y="1600200"/>
            <a:ext cx="2743200" cy="548640"/>
          </a:xfrm>
          <a:prstGeom prst="roundRect">
            <a:avLst>
              <a:gd name="adj" fmla="val 13333"/>
            </a:avLst>
          </a:prstGeom>
          <a:solidFill>
            <a:srgbClr val="1E274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600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92440" y="1600200"/>
            <a:ext cx="2743200" cy="548640"/>
          </a:xfrm>
          <a:prstGeom prst="roundRect">
            <a:avLst>
              <a:gd name="adj" fmla="val 13333"/>
            </a:avLst>
          </a:prstGeom>
          <a:solidFill>
            <a:srgbClr val="141B33"/>
          </a:solidFill>
          <a:ln/>
        </p:spPr>
      </p:sp>
      <p:sp>
        <p:nvSpPr>
          <p:cNvPr id="7" name="Text 5"/>
          <p:cNvSpPr/>
          <p:nvPr/>
        </p:nvSpPr>
        <p:spPr>
          <a:xfrm>
            <a:off x="8092440" y="1600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286000"/>
            <a:ext cx="0" cy="3886200"/>
          </a:xfrm>
          <a:prstGeom prst="line">
            <a:avLst/>
          </a:prstGeom>
          <a:noFill/>
          <a:ln w="15875">
            <a:solidFill>
              <a:srgbClr val="C6CEE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9464040" y="2286000"/>
            <a:ext cx="0" cy="3886200"/>
          </a:xfrm>
          <a:prstGeom prst="line">
            <a:avLst/>
          </a:prstGeom>
          <a:noFill/>
          <a:ln w="15875">
            <a:solidFill>
              <a:srgbClr val="C6CEE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14800" y="2706624"/>
            <a:ext cx="3977640" cy="0"/>
          </a:xfrm>
          <a:prstGeom prst="line">
            <a:avLst/>
          </a:prstGeom>
          <a:noFill/>
          <a:ln w="28575">
            <a:solidFill>
              <a:srgbClr val="5B6B8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0" y="242316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2532888"/>
            <a:ext cx="347472" cy="347472"/>
          </a:xfrm>
          <a:prstGeom prst="ellipse">
            <a:avLst/>
          </a:prstGeom>
          <a:solidFill>
            <a:srgbClr val="5B6B8C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1222" y="2602382"/>
            <a:ext cx="208483" cy="20848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102352" y="246430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Register session identity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102352" y="271576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2138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→ RelayShield: establish watch triggers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298180" y="324612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DCE3F5"/>
          </a:solidFill>
          <a:ln/>
        </p:spPr>
      </p:sp>
      <p:sp>
        <p:nvSpPr>
          <p:cNvPr id="17" name="Text 14"/>
          <p:cNvSpPr/>
          <p:nvPr/>
        </p:nvSpPr>
        <p:spPr>
          <a:xfrm>
            <a:off x="8435340" y="3264408"/>
            <a:ext cx="205740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established: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grants + stolen-session corpus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743200" y="4306824"/>
            <a:ext cx="6720840" cy="0"/>
          </a:xfrm>
          <a:prstGeom prst="line">
            <a:avLst/>
          </a:prstGeom>
          <a:noFill/>
          <a:ln w="28575">
            <a:solidFill>
              <a:srgbClr val="FF6D5A"/>
            </a:solidFill>
            <a:prstDash val="solid"/>
            <a:headEnd type="triangle"/>
            <a:tailEnd type="none"/>
          </a:ln>
        </p:spPr>
      </p:sp>
      <p:sp>
        <p:nvSpPr>
          <p:cNvPr id="19" name="Shape 16"/>
          <p:cNvSpPr/>
          <p:nvPr/>
        </p:nvSpPr>
        <p:spPr>
          <a:xfrm>
            <a:off x="4572000" y="402336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141B33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681728" y="4133088"/>
            <a:ext cx="347472" cy="347472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222" y="4202582"/>
            <a:ext cx="208483" cy="20848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102352" y="406450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EVENT: OAuth token found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5102352" y="431596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Dark-web stealer-log corpus match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2743200" y="5175504"/>
            <a:ext cx="6720840" cy="0"/>
          </a:xfrm>
          <a:prstGeom prst="line">
            <a:avLst/>
          </a:prstGeom>
          <a:noFill/>
          <a:ln w="28575">
            <a:solidFill>
              <a:srgbClr val="C93B2E"/>
            </a:solidFill>
            <a:prstDash val="solid"/>
            <a:headEnd type="triangle"/>
            <a:tailEnd type="none"/>
          </a:ln>
        </p:spPr>
      </p:sp>
      <p:sp>
        <p:nvSpPr>
          <p:cNvPr id="25" name="Shape 21"/>
          <p:cNvSpPr/>
          <p:nvPr/>
        </p:nvSpPr>
        <p:spPr>
          <a:xfrm>
            <a:off x="4572000" y="489204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141B33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681728" y="5001768"/>
            <a:ext cx="347472" cy="347472"/>
          </a:xfrm>
          <a:prstGeom prst="ellipse">
            <a:avLst/>
          </a:prstGeom>
          <a:solidFill>
            <a:srgbClr val="C93B2E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222" y="5071262"/>
            <a:ext cx="208483" cy="208483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102352" y="493318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EVENT: Session cookie found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5102352" y="518464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infostealer log dump match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4114800" y="6044184"/>
            <a:ext cx="3977640" cy="0"/>
          </a:xfrm>
          <a:prstGeom prst="line">
            <a:avLst/>
          </a:prstGeom>
          <a:noFill/>
          <a:ln w="28575">
            <a:solidFill>
              <a:srgbClr val="1FAA6E"/>
            </a:solidFill>
            <a:prstDash val="solid"/>
            <a:headEnd type="none"/>
            <a:tailEnd type="triangle"/>
          </a:ln>
        </p:spPr>
      </p:sp>
      <p:sp>
        <p:nvSpPr>
          <p:cNvPr id="31" name="Shape 26"/>
          <p:cNvSpPr/>
          <p:nvPr/>
        </p:nvSpPr>
        <p:spPr>
          <a:xfrm>
            <a:off x="4572000" y="576072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2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681728" y="5870448"/>
            <a:ext cx="347472" cy="347472"/>
          </a:xfrm>
          <a:prstGeom prst="ellipse">
            <a:avLst/>
          </a:prstGeom>
          <a:solidFill>
            <a:srgbClr val="1FAA6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1222" y="5939942"/>
            <a:ext cx="208483" cy="208483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102352" y="5801868"/>
            <a:ext cx="2441448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Policy decision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5102352" y="6053328"/>
            <a:ext cx="2441448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2138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Quantum: elevate → force re-auth → terminate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identity risk score escalates in real time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identity, same domain — scored again after each new signal arrives, not a single static check.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42976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2103120"/>
            <a:ext cx="548640" cy="548640"/>
          </a:xfrm>
          <a:prstGeom prst="ellipse">
            <a:avLst/>
          </a:prstGeom>
          <a:solidFill>
            <a:srgbClr val="E0A21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3604" y="222656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130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Alert 1 — OAuth token exposure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34440" y="274320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E0A2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6800" dirty="0"/>
          </a:p>
        </p:txBody>
      </p:sp>
      <p:sp>
        <p:nvSpPr>
          <p:cNvPr id="9" name="Text 6"/>
          <p:cNvSpPr/>
          <p:nvPr/>
        </p:nvSpPr>
        <p:spPr>
          <a:xfrm>
            <a:off x="329184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2834640"/>
            <a:ext cx="1051560" cy="548640"/>
          </a:xfrm>
          <a:prstGeom prst="roundRect">
            <a:avLst>
              <a:gd name="adj" fmla="val 50000"/>
            </a:avLst>
          </a:prstGeom>
          <a:solidFill>
            <a:srgbClr val="E0A21E"/>
          </a:solidFill>
          <a:ln/>
        </p:spPr>
      </p:sp>
      <p:sp>
        <p:nvSpPr>
          <p:cNvPr id="11" name="Text 8"/>
          <p:cNvSpPr/>
          <p:nvPr/>
        </p:nvSpPr>
        <p:spPr>
          <a:xfrm>
            <a:off x="3840480" y="283464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C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234440" y="4114800"/>
            <a:ext cx="3749040" cy="0"/>
          </a:xfrm>
          <a:prstGeom prst="line">
            <a:avLst/>
          </a:prstGeom>
          <a:noFill/>
          <a:ln w="12700">
            <a:solidFill>
              <a:srgbClr val="E4E9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34440" y="42336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factors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252728" y="4544568"/>
            <a:ext cx="73152" cy="73152"/>
          </a:xfrm>
          <a:prstGeom prst="ellipse">
            <a:avLst/>
          </a:prstGeom>
          <a:solidFill>
            <a:srgbClr val="E0A21E"/>
          </a:solidFill>
          <a:ln/>
        </p:spPr>
      </p:sp>
      <p:sp>
        <p:nvSpPr>
          <p:cNvPr id="15" name="Text 12"/>
          <p:cNvSpPr/>
          <p:nvPr/>
        </p:nvSpPr>
        <p:spPr>
          <a:xfrm>
            <a:off x="1463040" y="442569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exposure: 2 known events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252728" y="4846320"/>
            <a:ext cx="73152" cy="73152"/>
          </a:xfrm>
          <a:prstGeom prst="ellipse">
            <a:avLst/>
          </a:prstGeom>
          <a:solidFill>
            <a:srgbClr val="E0A21E"/>
          </a:solidFill>
          <a:ln/>
        </p:spPr>
      </p:sp>
      <p:sp>
        <p:nvSpPr>
          <p:cNvPr id="17" name="Text 14"/>
          <p:cNvSpPr/>
          <p:nvPr/>
        </p:nvSpPr>
        <p:spPr>
          <a:xfrm>
            <a:off x="1463040" y="47274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found in stealer log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252728" y="5148072"/>
            <a:ext cx="73152" cy="73152"/>
          </a:xfrm>
          <a:prstGeom prst="ellipse">
            <a:avLst/>
          </a:prstGeom>
          <a:solidFill>
            <a:srgbClr val="E0A21E"/>
          </a:solidFill>
          <a:ln/>
        </p:spPr>
      </p:sp>
      <p:sp>
        <p:nvSpPr>
          <p:cNvPr id="19" name="Text 16"/>
          <p:cNvSpPr/>
          <p:nvPr/>
        </p:nvSpPr>
        <p:spPr>
          <a:xfrm>
            <a:off x="1463040" y="50292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session-level finding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949440" y="1783080"/>
            <a:ext cx="42976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0F1F">
                <a:alpha val="2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269480" y="2103120"/>
            <a:ext cx="548640" cy="548640"/>
          </a:xfrm>
          <a:prstGeom prst="ellipse">
            <a:avLst/>
          </a:prstGeom>
          <a:solidFill>
            <a:srgbClr val="C93B2E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2924" y="2226564"/>
            <a:ext cx="301752" cy="30175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955280" y="2130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Alert 2 — + session cookie found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7223760" y="274320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C9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6800" dirty="0"/>
          </a:p>
        </p:txBody>
      </p:sp>
      <p:sp>
        <p:nvSpPr>
          <p:cNvPr id="25" name="Text 21"/>
          <p:cNvSpPr/>
          <p:nvPr/>
        </p:nvSpPr>
        <p:spPr>
          <a:xfrm>
            <a:off x="928116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9829800" y="2834640"/>
            <a:ext cx="1051560" cy="548640"/>
          </a:xfrm>
          <a:prstGeom prst="roundRect">
            <a:avLst>
              <a:gd name="adj" fmla="val 50000"/>
            </a:avLst>
          </a:prstGeom>
          <a:solidFill>
            <a:srgbClr val="C93B2E"/>
          </a:solidFill>
          <a:ln/>
        </p:spPr>
      </p:sp>
      <p:sp>
        <p:nvSpPr>
          <p:cNvPr id="27" name="Text 23"/>
          <p:cNvSpPr/>
          <p:nvPr/>
        </p:nvSpPr>
        <p:spPr>
          <a:xfrm>
            <a:off x="9829800" y="283464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223760" y="4114800"/>
            <a:ext cx="3749040" cy="0"/>
          </a:xfrm>
          <a:prstGeom prst="line">
            <a:avLst/>
          </a:prstGeom>
          <a:noFill/>
          <a:ln w="12700">
            <a:solidFill>
              <a:srgbClr val="E4E9F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223760" y="42336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factors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7242048" y="4544568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1" name="Text 27"/>
          <p:cNvSpPr/>
          <p:nvPr/>
        </p:nvSpPr>
        <p:spPr>
          <a:xfrm>
            <a:off x="7452360" y="442569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exposure: 2 known events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7242048" y="4846320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3" name="Text 29"/>
          <p:cNvSpPr/>
          <p:nvPr/>
        </p:nvSpPr>
        <p:spPr>
          <a:xfrm>
            <a:off x="7452360" y="47274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found in stealer log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42048" y="5148072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5" name="Text 31"/>
          <p:cNvSpPr/>
          <p:nvPr/>
        </p:nvSpPr>
        <p:spPr>
          <a:xfrm>
            <a:off x="7452360" y="50292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session cookie in infostealer log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242048" y="5449824"/>
            <a:ext cx="73152" cy="73152"/>
          </a:xfrm>
          <a:prstGeom prst="ellipse">
            <a:avLst/>
          </a:prstGeom>
          <a:solidFill>
            <a:srgbClr val="C93B2E"/>
          </a:solidFill>
          <a:ln/>
        </p:spPr>
      </p:sp>
      <p:sp>
        <p:nvSpPr>
          <p:cNvPr id="37" name="Text 33"/>
          <p:cNvSpPr/>
          <p:nvPr/>
        </p:nvSpPr>
        <p:spPr>
          <a:xfrm>
            <a:off x="7452360" y="533095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does not remediate a stolen session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5394960" y="3886200"/>
            <a:ext cx="2011680" cy="0"/>
          </a:xfrm>
          <a:prstGeom prst="line">
            <a:avLst/>
          </a:prstGeom>
          <a:noFill/>
          <a:ln w="38100">
            <a:solidFill>
              <a:srgbClr val="FF6D5A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126480" y="3474720"/>
            <a:ext cx="548640" cy="548640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9924" y="3598164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API calls behind the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request/response shape — full schema at api.relayshield.net/developers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520440" cy="4800600"/>
          </a:xfrm>
          <a:prstGeom prst="roundRect">
            <a:avLst>
              <a:gd name="adj" fmla="val 2597"/>
            </a:avLst>
          </a:prstGeom>
          <a:solidFill>
            <a:srgbClr val="0E1329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384048" cy="38404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739" y="1794419"/>
            <a:ext cx="215067" cy="215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53312" y="1691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oauth-watchlist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58568"/>
            <a:ext cx="297180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/v1/metered/oauth-watchlist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"email": "agent-ops@demo.orcx"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&lt;- 200 OK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"found": true,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"highest_severity": "HIGH",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"matched_apps": [{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"app": "GitHub OAuth",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"source": "stealer_log" }] }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480560" y="1508760"/>
            <a:ext cx="3520440" cy="4800600"/>
          </a:xfrm>
          <a:prstGeom prst="roundRect">
            <a:avLst>
              <a:gd name="adj" fmla="val 2597"/>
            </a:avLst>
          </a:prstGeom>
          <a:solidFill>
            <a:srgbClr val="0E1329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81728" y="1709928"/>
            <a:ext cx="384048" cy="38404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219" y="1794419"/>
            <a:ext cx="215067" cy="215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1691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identity-risk-score ×2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754880" y="2258568"/>
            <a:ext cx="297180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/v1/metered/identity-risk-score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"domain": "demo.orcx"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(called again after Alert 2)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&lt;- 200 OK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"score": 58 -&gt; 84,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"grade": "C" -&gt; "D",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"factors": [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"oauth_token_exposure",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"active_session_hijack" ] }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21040" y="1508760"/>
            <a:ext cx="3520440" cy="4800600"/>
          </a:xfrm>
          <a:prstGeom prst="roundRect">
            <a:avLst>
              <a:gd name="adj" fmla="val 2597"/>
            </a:avLst>
          </a:prstGeom>
          <a:solidFill>
            <a:srgbClr val="0E1329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522208" y="1709928"/>
            <a:ext cx="384048" cy="384048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699" y="1794419"/>
            <a:ext cx="215067" cy="215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34272" y="1691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session-risk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595360" y="2258568"/>
            <a:ext cx="297180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/v1/metered/session-risk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"email": "agent-ops@demo.orcx"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&lt;- 200 OK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"found": true,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"highest_severity": "CRITICAL",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"sessions": [{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"domain": "github.com",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"session_type": "cookie",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"service_category": "Code Repo/CI-CD" }] }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demo terms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capped, no-risk arrangement designed to cost nothing until it's actually needed commercially.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11680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000" y="2146280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965960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API key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737360" y="2295144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limited to exactly three endpoints: oauth-watchlist, identity-risk-score, session-risk. No broader API surface.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898648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035808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00" y="3170408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37360" y="2990088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— or first signed PO, whichever comes first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737360" y="3319272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the demo window. At the trigger, nothing converts automatically — OrcX is presented two explicit options, below.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922776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059936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00" y="4194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014216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SLA, no production dependency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737360" y="434340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demo asset, not infrastructure OrcX's own customers rely on — no license agreement or wholesale rate negotiation needed yet.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946904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5084064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00" y="5218664"/>
            <a:ext cx="316017" cy="31601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5038344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at the trigger — never automatic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737360" y="5367528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Buy the 3-endpoint system as-is at $99/mo flat, or (2) negotiate full Option B (wholesale / white-label) separately. Either requires OrcX's sign-off — nothing binds without it.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know the demo worked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C8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criteria, agreed before we start. One of them can genuinely fail, and that is deliberate.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11680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00" y="2146280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965960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calls run inside Quantum's own flow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737360" y="2295144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RelayShield demo script. The calls fire from your policy engine, against your own object model, in the live working session with Gary.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898648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035808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00" y="3170408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37360" y="2990088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upstream finding with no matching in-session behavior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737360" y="3319272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premise of this deck. If 90 days pass without one, the integration has not proven its case, and both sides should know that plainly.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922776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059936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000" y="4194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014216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change produces a different policy outcome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737360" y="434340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58 to 84 escalation must move Quantum from elevate to terminate. If the policy decision is identical either way, the score is decoration.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946904"/>
            <a:ext cx="10881360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0F1F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5084064"/>
            <a:ext cx="585216" cy="585216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00" y="5218664"/>
            <a:ext cx="316017" cy="31601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5038344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is never reported as clean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737360" y="5367528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unavailable source surfaces as degraded, never as a silent pass. This is the one failure mode that would make the feed unsafe to trust.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E2749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40080"/>
            <a:ext cx="731520" cy="731520"/>
          </a:xfrm>
          <a:prstGeom prst="ellipse">
            <a:avLst/>
          </a:prstGeom>
          <a:solidFill>
            <a:srgbClr val="FF6D5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801014"/>
            <a:ext cx="409651" cy="40965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1600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it real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77240" y="22860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to get the demo live for Quantum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63040" y="3044952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demo terms above and the scoped API key window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3776472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3776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463040" y="3758184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 seeds the demo identity and stands up the walkthrough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22960" y="4489704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4897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463040" y="4471416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working session with Gary — run all three calls end to end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22960" y="5202936"/>
            <a:ext cx="457200" cy="457200"/>
          </a:xfrm>
          <a:prstGeom prst="ellipse">
            <a:avLst/>
          </a:prstGeom>
          <a:solidFill>
            <a:srgbClr val="FF6D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52029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463040" y="518464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timing for a production design-partner agreement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7724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RelayShield  ·  support@relayshield.net  ·  api.relayshield.net/developers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2026-07-25T13:29:52Z</dcterms:created>
  <dcterms:modified xsi:type="dcterms:W3CDTF">2026-07-25T13:29:52Z</dcterms:modified>
</cp:coreProperties>
</file>